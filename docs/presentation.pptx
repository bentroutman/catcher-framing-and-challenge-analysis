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4cf24f82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4cf24f82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4cf24f82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4cf24f82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cf24f82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4cf24f8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cf24f82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4cf24f82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cf24f82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cf24f82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4cf24f82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4cf24f82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4cf24f82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4cf24f82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4cf24f82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4cf24f82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4cf24f82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4cf24f82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4cf24f82d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4cf24f82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4cf24f82d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4cf24f82d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4cf24f82d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4cf24f82d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4cf24f82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4cf24f82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19226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Catcher Framing &amp; Challenge System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Ben Troutman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24450" y="3548556"/>
            <a:ext cx="7895100" cy="11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Main Takeaway: The implementation of a pitch challenge system compresses framing value towards zero, affecting elite catchers the most.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0" y="2174698"/>
            <a:ext cx="8520600" cy="43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Estimating value distribution changes under a ball-strike challenge system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436778" y="7815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-558800" lvl="0" marL="457200" rtl="0" algn="ctr">
              <a:spcBef>
                <a:spcPts val="0"/>
              </a:spcBef>
              <a:spcAft>
                <a:spcPts val="0"/>
              </a:spcAft>
              <a:buSzPts val="5200"/>
              <a:buAutoNum type="arabicParenR"/>
            </a:pPr>
            <a:r>
              <a:rPr lang="en"/>
              <a:t> Modeling Framing Value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Generalized Additive Model (GAM)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 Strike Probabilities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30275" y="995349"/>
            <a:ext cx="5127900" cy="41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Model Choice: 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GAM to capture smooth, non-linear effects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Ideal for</a:t>
            </a:r>
            <a:r>
              <a:rPr lang="en"/>
              <a:t> strike zone modeling, where location effects are highly non-linear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Chosen over black-box models (like XGBoost) to retain interpretability of strike probability surfaces and control complexity via penalized smoothing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Modeling Decisions: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Split RHH and LHH — asymmetric zones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Estimates league average strike probability (not catcher specific) to isolate framing via residuals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Basis dimension k = 55 chosen for k-index ≈ 1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Predictors: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Plate location (smoothed using GAM)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Pitch characteristics (movement and velocity)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Game state (outs, count, baserunners, score)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275" y="1764350"/>
            <a:ext cx="3892726" cy="237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Quantifying Framing Value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92850" y="996600"/>
            <a:ext cx="4369800" cy="40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Framing Value Definition: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Residual = Actual Call − P(Strike)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Summed residuals by catcher yields extra strikes gained, isolating catcher impact after controlling for context</a:t>
            </a:r>
            <a:endParaRPr sz="1400"/>
          </a:p>
          <a:p>
            <a:pPr indent="-317500" lvl="0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Noise at pitch level, but stable over large samples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Converting Strikes to Runs: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Context-neutral: Extra strikes </a:t>
            </a:r>
            <a:r>
              <a:rPr lang="en"/>
              <a:t>*</a:t>
            </a:r>
            <a:r>
              <a:rPr lang="en" sz="1400"/>
              <a:t> 0.125 runs (Baseball Savan</a:t>
            </a:r>
            <a:r>
              <a:rPr lang="en"/>
              <a:t>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Seasonal Scaling &amp; Sample Control: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Scaled to runs per 7,500 taken pitches (</a:t>
            </a:r>
            <a:r>
              <a:rPr lang="en"/>
              <a:t>roughly a </a:t>
            </a:r>
            <a:r>
              <a:rPr lang="en" sz="1400"/>
              <a:t>full season)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Restricted to catchers with ≥ 3,000 pitches to limit small-sample noise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Measures sustainable framing skill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400" y="1137312"/>
            <a:ext cx="4609625" cy="284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300" y="4056886"/>
            <a:ext cx="393382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Context-Specific Framing Value (Run Expectancy)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108450" y="980492"/>
            <a:ext cx="4352400" cy="40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Why Two Framing Metrics?: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Contextual measures on-field impact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Converting Strikes to Runs: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Run expectancy change (update count, base state, outs)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Interpretation: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More variance due to uneven exposure to high-leverage situations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Little evidence of persistent “clutch” framing ability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Why It Matters for Challenges: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</a:t>
            </a:r>
            <a:r>
              <a:rPr lang="en" sz="1400"/>
              <a:t>affect high-leverage pitches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Best captures actual runs gained or lost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Not used for skill evaluation, but essential for impact assessment</a:t>
            </a:r>
            <a:endParaRPr sz="14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3400" y="1137300"/>
            <a:ext cx="4609625" cy="2844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182" y="4056875"/>
            <a:ext cx="3878055" cy="80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ctrTitle"/>
          </p:nvPr>
        </p:nvSpPr>
        <p:spPr>
          <a:xfrm>
            <a:off x="202272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2) Impact of</a:t>
            </a:r>
            <a:r>
              <a:rPr lang="en"/>
              <a:t> </a:t>
            </a:r>
            <a:r>
              <a:rPr lang="en"/>
              <a:t>Challenge System</a:t>
            </a:r>
            <a:endParaRPr/>
          </a:p>
        </p:txBody>
      </p:sp>
      <p:sp>
        <p:nvSpPr>
          <p:cNvPr id="92" name="Google Shape;92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Determined using XGBoost Models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050" y="1845875"/>
            <a:ext cx="4041325" cy="24638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Estimating When Teams Challenge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83375" y="854658"/>
            <a:ext cx="5690700" cy="41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Key Idea: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Challenges are constrained (2 per game) and used strategically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Most egregious calls are most likely to be challenged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Model: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XGBoost binary classifier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Trained on AAA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Target: Was the pitch challenged?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Inputs: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Pitch 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Leverage (count, inning, base state, score)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Challenges remaining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Why XGBoost?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Captures non</a:t>
            </a:r>
            <a:r>
              <a:rPr lang="en" sz="1400"/>
              <a:t>-</a:t>
            </a:r>
            <a:r>
              <a:rPr lang="en" sz="1400"/>
              <a:t>linear interactions (location</a:t>
            </a:r>
            <a:r>
              <a:rPr lang="en"/>
              <a:t>,</a:t>
            </a:r>
            <a:r>
              <a:rPr lang="en" sz="1400"/>
              <a:t> leverage)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Handles rare events (challenges </a:t>
            </a:r>
            <a:r>
              <a:rPr lang="en"/>
              <a:t>are only</a:t>
            </a:r>
            <a:r>
              <a:rPr lang="en" sz="1400"/>
              <a:t> </a:t>
            </a:r>
            <a:r>
              <a:rPr lang="en"/>
              <a:t>about </a:t>
            </a:r>
            <a:r>
              <a:rPr lang="en" sz="1400"/>
              <a:t>2% of pitches)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Outperforms parametric models </a:t>
            </a:r>
            <a:r>
              <a:rPr lang="en"/>
              <a:t>due to increased flexibility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Estimating Overturn Probability</a:t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3650" y="1598325"/>
            <a:ext cx="4120350" cy="2512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61575" y="871049"/>
            <a:ext cx="5055900" cy="42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Key Idea: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Accuracy depends on how objectively “wrong” the call was</a:t>
            </a:r>
            <a:r>
              <a:rPr lang="en"/>
              <a:t> — borderline calls sometimes preserved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Model: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XGBoost binary classifier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Trained on challenged pitches only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Target: Was the challenge successful?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Target has to be multiplied by challenge prob</a:t>
            </a:r>
            <a:r>
              <a:rPr lang="en"/>
              <a:t>ability</a:t>
            </a:r>
            <a:r>
              <a:rPr lang="en"/>
              <a:t> to get total overturn prob</a:t>
            </a:r>
            <a:r>
              <a:rPr lang="en"/>
              <a:t>ability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Key Inputs: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Pitch location </a:t>
            </a:r>
            <a:r>
              <a:rPr lang="en"/>
              <a:t>&amp; initial ball/strike call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True strike indicator (</a:t>
            </a:r>
            <a:r>
              <a:rPr lang="en"/>
              <a:t>using zone coordinates</a:t>
            </a:r>
            <a:r>
              <a:rPr lang="en" sz="1400"/>
              <a:t>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Result: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Overall overturn probability ≈ 1% of all pitches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High confidence overturns only occur on clearly incorrect calls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Assumes similar accuracy to MiLB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Challenges on Framing Skill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77175" y="939556"/>
            <a:ext cx="5087100" cy="3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Key Findings: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Distribution remains bell-shaped and centered near 0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Mean remains near zero, but variance decreases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Compression toward the mean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Framing is reduced but not eliminated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SD decreases by 10–15%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Interpretation: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Elite framers lose 10–20% of impact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Poor framers benefit from fewer extreme negative outcomes (5</a:t>
            </a:r>
            <a:r>
              <a:rPr lang="en"/>
              <a:t>–15% more runs)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Framing remains valuable due to challenge limits</a:t>
            </a:r>
            <a:endParaRPr sz="1400"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625" y="1356139"/>
            <a:ext cx="3624370" cy="2236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4017" y="3748300"/>
            <a:ext cx="3095587" cy="616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Challenges on Framing Skill Visualization</a:t>
            </a:r>
            <a:endParaRPr/>
          </a:p>
        </p:txBody>
      </p:sp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5828" y="1017725"/>
            <a:ext cx="6392338" cy="389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Challenges on In-Game Impact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1181" y="3741364"/>
            <a:ext cx="2966321" cy="615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9475" y="1355701"/>
            <a:ext cx="3614517" cy="223023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45925" y="933600"/>
            <a:ext cx="5587500" cy="384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Why Context Matters: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Challenges target high-leverage pitches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Context-specific framing captures real run impact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Takeaway: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Elite catchers lose more value than weak catchers gain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Challenges reduce </a:t>
            </a:r>
            <a:r>
              <a:rPr lang="en"/>
              <a:t>magnitude of impact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Framing retains most of its seasonal impact</a:t>
            </a:r>
            <a:endParaRPr sz="1400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Impact reduction is greater than player-specific reduction — a few bad calls are less likely to have devastating impacts to teams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With challenges, the most hurt teams lose 4-5 runs a season (context-adjusted)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ctrTitle"/>
          </p:nvPr>
        </p:nvSpPr>
        <p:spPr>
          <a:xfrm>
            <a:off x="217906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3) Catchers Most Affected by Challenge System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Challenge System — Most Benefited Catchers</a:t>
            </a:r>
            <a:endParaRPr/>
          </a:p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124100" y="933600"/>
            <a:ext cx="5306100" cy="245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Considerations: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Based on residual-based framing model (captures skill, not leverage)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Only catchers with ≥3,000 pitches included (rate stat)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Takeaways: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Smaller impact: c</a:t>
            </a:r>
            <a:r>
              <a:rPr lang="en" sz="1400"/>
              <a:t>hallenge system reduces extreme outcomes by </a:t>
            </a:r>
            <a:r>
              <a:rPr lang="en"/>
              <a:t>0.5</a:t>
            </a:r>
            <a:r>
              <a:rPr lang="en" sz="1400"/>
              <a:t>–</a:t>
            </a:r>
            <a:r>
              <a:rPr lang="en"/>
              <a:t>2</a:t>
            </a:r>
            <a:r>
              <a:rPr lang="en" sz="1400"/>
              <a:t> runs per season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Benefited Catchers: Poor framers who can now get egregious ball calls overturned</a:t>
            </a:r>
            <a:endParaRPr sz="1400"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3102" y="1752600"/>
            <a:ext cx="3617026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Impact of Challenge System — Most Hurt Catchers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124100" y="933600"/>
            <a:ext cx="5524800" cy="42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Takeaways: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Challenge system reduces extreme outcomes by </a:t>
            </a:r>
            <a:r>
              <a:rPr lang="en"/>
              <a:t>2</a:t>
            </a:r>
            <a:r>
              <a:rPr lang="en" sz="1400"/>
              <a:t>–</a:t>
            </a:r>
            <a:r>
              <a:rPr lang="en"/>
              <a:t>4</a:t>
            </a:r>
            <a:r>
              <a:rPr lang="en" sz="1400"/>
              <a:t> runs per season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Hurt Catchers tend to have high framing impact — framed strikes are easier to overturn, especially for pitches far outside the zone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Overall framing value compressed toward mean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400"/>
              <a:t>Additional Impact: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Strongest players are slightly penalized by increased competition</a:t>
            </a:r>
            <a:r>
              <a:rPr lang="en"/>
              <a:t> — reduced impact of poor framing makes some marginal catchers become viable roster options if they have a strong bat or other defensive skills</a:t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367" y="1745700"/>
            <a:ext cx="3510725" cy="165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